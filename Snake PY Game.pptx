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E7DB1B-C340-4215-B81B-5A09BF04B5DD}" v="77" dt="2022-11-04T10:57:35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3E57EB9-C3B7-44CB-9D84-2A49C546060B}" type="datetimeFigureOut">
              <a:rPr lang="en-IN" smtClean="0"/>
              <a:t>04-03-2023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F569E72B-57FC-425D-A0E4-A8A84DE42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574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7EB9-C3B7-44CB-9D84-2A49C546060B}" type="datetimeFigureOut">
              <a:rPr lang="en-IN" smtClean="0"/>
              <a:t>04-03-2023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E72B-57FC-425D-A0E4-A8A84DE42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502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3E57EB9-C3B7-44CB-9D84-2A49C546060B}" type="datetimeFigureOut">
              <a:rPr lang="en-IN" smtClean="0"/>
              <a:t>04-03-2023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569E72B-57FC-425D-A0E4-A8A84DE42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44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7EB9-C3B7-44CB-9D84-2A49C546060B}" type="datetimeFigureOut">
              <a:rPr lang="en-IN" smtClean="0"/>
              <a:t>04-03-2023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E72B-57FC-425D-A0E4-A8A84DE42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886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7EB9-C3B7-44CB-9D84-2A49C546060B}" type="datetimeFigureOut">
              <a:rPr lang="en-IN" smtClean="0"/>
              <a:t>04-03-2023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E72B-57FC-425D-A0E4-A8A84DE42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488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7EB9-C3B7-44CB-9D84-2A49C546060B}" type="datetimeFigureOut">
              <a:rPr lang="en-IN" smtClean="0"/>
              <a:t>04-03-2023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E72B-57FC-425D-A0E4-A8A84DE42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76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7EB9-C3B7-44CB-9D84-2A49C546060B}" type="datetimeFigureOut">
              <a:rPr lang="en-IN" smtClean="0"/>
              <a:t>04-03-2023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E72B-57FC-425D-A0E4-A8A84DE42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601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7EB9-C3B7-44CB-9D84-2A49C546060B}" type="datetimeFigureOut">
              <a:rPr lang="en-IN" smtClean="0"/>
              <a:t>04-03-2023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E72B-57FC-425D-A0E4-A8A84DE42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196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7EB9-C3B7-44CB-9D84-2A49C546060B}" type="datetimeFigureOut">
              <a:rPr lang="en-IN" smtClean="0"/>
              <a:t>04-03-2023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E72B-57FC-425D-A0E4-A8A84DE42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14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7EB9-C3B7-44CB-9D84-2A49C546060B}" type="datetimeFigureOut">
              <a:rPr lang="en-IN" smtClean="0"/>
              <a:t>04-03-2023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E72B-57FC-425D-A0E4-A8A84DE42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710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3E57EB9-C3B7-44CB-9D84-2A49C546060B}" type="datetimeFigureOut">
              <a:rPr lang="en-IN" smtClean="0"/>
              <a:t>04-03-2023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569E72B-57FC-425D-A0E4-A8A84DE42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850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3E57EB9-C3B7-44CB-9D84-2A49C546060B}" type="datetimeFigureOut">
              <a:rPr lang="en-IN" smtClean="0"/>
              <a:t>04-03-2023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569E72B-57FC-425D-A0E4-A8A84DE42C63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4120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3E57EB9-C3B7-44CB-9D84-2A49C546060B}" type="datetimeFigureOut">
              <a:rPr lang="en-IN" smtClean="0"/>
              <a:t>04-03-2023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569E72B-57FC-425D-A0E4-A8A84DE42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803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7EB9-C3B7-44CB-9D84-2A49C546060B}" type="datetimeFigureOut">
              <a:rPr lang="en-IN" smtClean="0"/>
              <a:t>04-03-2023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E72B-57FC-425D-A0E4-A8A84DE42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54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7EB9-C3B7-44CB-9D84-2A49C546060B}" type="datetimeFigureOut">
              <a:rPr lang="en-IN" smtClean="0"/>
              <a:t>04-03-2023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E72B-57FC-425D-A0E4-A8A84DE42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686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7EB9-C3B7-44CB-9D84-2A49C546060B}" type="datetimeFigureOut">
              <a:rPr lang="en-IN" smtClean="0"/>
              <a:t>04-03-2023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E72B-57FC-425D-A0E4-A8A84DE42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039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3E57EB9-C3B7-44CB-9D84-2A49C546060B}" type="datetimeFigureOut">
              <a:rPr lang="en-IN" smtClean="0"/>
              <a:t>04-03-2023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569E72B-57FC-425D-A0E4-A8A84DE42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919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57EB9-C3B7-44CB-9D84-2A49C546060B}" type="datetimeFigureOut">
              <a:rPr lang="en-IN" smtClean="0"/>
              <a:t>04-03-2023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9E72B-57FC-425D-A0E4-A8A84DE42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2350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introduction-to-pygame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40185-8EEC-8DCD-10D0-155CA7760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9318" y="926925"/>
            <a:ext cx="9724640" cy="3126460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8000" b="1" cap="none" dirty="0">
                <a:ln/>
                <a:solidFill>
                  <a:schemeClr val="accent3"/>
                </a:solidFill>
                <a:effectLst>
                  <a:reflection blurRad="6350" stA="50000" endA="300" endPos="50000" dist="60007" dir="5400000" sy="-100000" algn="bl" rotWithShape="0"/>
                </a:effectLst>
              </a:rPr>
              <a:t>Summer Training      Project</a:t>
            </a:r>
            <a:endParaRPr lang="en-IN" sz="8000" b="1" cap="none" dirty="0">
              <a:ln/>
              <a:solidFill>
                <a:schemeClr val="accent3"/>
              </a:solidFill>
              <a:effectLst>
                <a:reflection blurRad="6350" stA="50000" endA="300" endPos="50000" dist="60007" dir="5400000" sy="-100000" algn="bl" rotWithShape="0"/>
              </a:effectLst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D2D3AEF-5FE9-76D3-7B1D-83E71D89B3B3}"/>
              </a:ext>
            </a:extLst>
          </p:cNvPr>
          <p:cNvSpPr/>
          <p:nvPr/>
        </p:nvSpPr>
        <p:spPr>
          <a:xfrm>
            <a:off x="689318" y="4980310"/>
            <a:ext cx="4431323" cy="1740248"/>
          </a:xfrm>
          <a:prstGeom prst="round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48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dirty="0">
                <a:solidFill>
                  <a:schemeClr val="tx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Sonu Kumar Chakravarti</a:t>
            </a:r>
          </a:p>
          <a:p>
            <a:r>
              <a:rPr lang="en-US" b="1" dirty="0">
                <a:solidFill>
                  <a:schemeClr val="tx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Registration no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: 12019857</a:t>
            </a:r>
          </a:p>
          <a:p>
            <a:r>
              <a:rPr lang="en-US" b="1" dirty="0">
                <a:solidFill>
                  <a:schemeClr val="tx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Name 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Snake Pygame</a:t>
            </a:r>
          </a:p>
          <a:p>
            <a:r>
              <a:rPr lang="en-US" b="1" dirty="0">
                <a:solidFill>
                  <a:schemeClr val="tx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Programme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Bachelor of Computer                                    Science &amp; Engineering</a:t>
            </a:r>
          </a:p>
          <a:p>
            <a:endParaRPr 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667B04-D4A1-F193-FCC8-96273463A5D5}"/>
              </a:ext>
            </a:extLst>
          </p:cNvPr>
          <p:cNvSpPr/>
          <p:nvPr/>
        </p:nvSpPr>
        <p:spPr>
          <a:xfrm>
            <a:off x="10761745" y="5987131"/>
            <a:ext cx="1352811" cy="588724"/>
          </a:xfrm>
          <a:prstGeom prst="round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perspectiveHeroicExtremeLeftFacing"/>
            <a:lightRig rig="threePt" dir="t"/>
          </a:scene3d>
          <a:sp3d>
            <a:bevelT w="508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IN" sz="2400" b="1" dirty="0">
              <a:solidFill>
                <a:schemeClr val="tx1"/>
              </a:solidFill>
            </a:endParaRPr>
          </a:p>
        </p:txBody>
      </p:sp>
      <p:pic>
        <p:nvPicPr>
          <p:cNvPr id="10" name="Picture 9" descr="Text&#10;&#10;Description automatically generated with medium confidence">
            <a:extLst>
              <a:ext uri="{FF2B5EF4-FFF2-40B4-BE49-F238E27FC236}">
                <a16:creationId xmlns:a16="http://schemas.microsoft.com/office/drawing/2014/main" id="{8AD5ED91-F7B2-6317-EADC-91CED194C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23" y="137442"/>
            <a:ext cx="2339236" cy="789483"/>
          </a:xfrm>
          <a:prstGeom prst="rect">
            <a:avLst/>
          </a:prstGeom>
        </p:spPr>
      </p:pic>
      <p:pic>
        <p:nvPicPr>
          <p:cNvPr id="14" name="Picture 13" descr="A bright light in the dark&#10;&#10;Description automatically generated with low confidence">
            <a:extLst>
              <a:ext uri="{FF2B5EF4-FFF2-40B4-BE49-F238E27FC236}">
                <a16:creationId xmlns:a16="http://schemas.microsoft.com/office/drawing/2014/main" id="{D9A701BA-3BBF-68DC-DC07-32FF5F8228D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464" y="0"/>
            <a:ext cx="3867080" cy="2946347"/>
          </a:xfrm>
          <a:prstGeom prst="rect">
            <a:avLst/>
          </a:prstGeom>
        </p:spPr>
      </p:pic>
      <p:pic>
        <p:nvPicPr>
          <p:cNvPr id="16" name="Picture 15" descr="A picture containing reptile, dark&#10;&#10;Description automatically generated">
            <a:extLst>
              <a:ext uri="{FF2B5EF4-FFF2-40B4-BE49-F238E27FC236}">
                <a16:creationId xmlns:a16="http://schemas.microsoft.com/office/drawing/2014/main" id="{6B4D8CB4-B935-03BB-752B-C84C37FB45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979" y="870444"/>
            <a:ext cx="5345544" cy="236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163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43C786-AFD6-D785-8109-A7E802B29B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5565" y="2891129"/>
            <a:ext cx="6878677" cy="1766170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rgbClr val="92D050"/>
                </a:solidFill>
                <a:effectLst/>
                <a:latin typeface="arial" panose="020B0604020202020204" pitchFamily="34" charset="0"/>
              </a:rPr>
              <a:t>Python is an interpreted, object-oriented, high-level programming language with dynamic.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rgbClr val="92D050"/>
                </a:solidFill>
                <a:effectLst/>
                <a:latin typeface="arial" panose="020B0604020202020204" pitchFamily="34" charset="0"/>
              </a:rPr>
              <a:t>Python is a computer programming language often used to build websites and software, automate tasks, and conduct data analysis.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7F9EC7-BB0D-1E90-FE9C-B67020B71DC1}"/>
              </a:ext>
            </a:extLst>
          </p:cNvPr>
          <p:cNvSpPr/>
          <p:nvPr/>
        </p:nvSpPr>
        <p:spPr>
          <a:xfrm>
            <a:off x="300624" y="6363222"/>
            <a:ext cx="2768253" cy="36325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25000"/>
                  </a:schemeClr>
                </a:solidFill>
              </a:rPr>
              <a:t>Snake Pygame using Python</a:t>
            </a:r>
            <a:endParaRPr lang="en-IN" sz="1400" b="1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8D817C-909F-0008-CDAA-2CC2580C435E}"/>
              </a:ext>
            </a:extLst>
          </p:cNvPr>
          <p:cNvSpPr/>
          <p:nvPr/>
        </p:nvSpPr>
        <p:spPr>
          <a:xfrm>
            <a:off x="10761745" y="5987131"/>
            <a:ext cx="1352811" cy="588724"/>
          </a:xfrm>
          <a:prstGeom prst="round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perspectiveHeroicExtremeLeftFacing"/>
            <a:lightRig rig="threePt" dir="t"/>
          </a:scene3d>
          <a:sp3d>
            <a:bevelT w="508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41D59F1-966C-BB4A-EE68-5687F7D27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6860" y="447005"/>
            <a:ext cx="8574066" cy="1660531"/>
          </a:xfrm>
        </p:spPr>
        <p:txBody>
          <a:bodyPr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cap="none" dirty="0">
                <a:ln/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0000" endA="300" endPos="50000" dist="60007" dir="5400000" sy="-100000" algn="bl" rotWithShape="0"/>
                </a:effectLst>
              </a:rPr>
              <a:t>Snake Pygame Using Python Programming</a:t>
            </a:r>
            <a:endParaRPr lang="en-IN" b="1" cap="none" dirty="0">
              <a:ln/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0000" endA="300" endPos="50000" dist="60007" dir="5400000" sy="-100000" algn="bl" rotWithShape="0"/>
              </a:effectLst>
            </a:endParaRPr>
          </a:p>
        </p:txBody>
      </p:sp>
      <p:pic>
        <p:nvPicPr>
          <p:cNvPr id="1026" name="Picture 2" descr="What is Python programming language and where uses?">
            <a:extLst>
              <a:ext uri="{FF2B5EF4-FFF2-40B4-BE49-F238E27FC236}">
                <a16:creationId xmlns:a16="http://schemas.microsoft.com/office/drawing/2014/main" id="{8C4DB86D-35C8-976F-701C-CD165F5E5E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20"/>
          <a:stretch/>
        </p:blipFill>
        <p:spPr bwMode="auto">
          <a:xfrm>
            <a:off x="821864" y="2633597"/>
            <a:ext cx="4025706" cy="22812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FF00"/>
            </a:solidFill>
          </a:ln>
          <a:effectLst>
            <a:glow rad="228600">
              <a:srgbClr val="FF3399">
                <a:alpha val="40000"/>
              </a:srgbClr>
            </a:glow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A picture containing reptile, dark&#10;&#10;Description automatically generated">
            <a:extLst>
              <a:ext uri="{FF2B5EF4-FFF2-40B4-BE49-F238E27FC236}">
                <a16:creationId xmlns:a16="http://schemas.microsoft.com/office/drawing/2014/main" id="{14E135E8-AF61-15A9-E7E8-D093EDE4AC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033" y="1016522"/>
            <a:ext cx="1941537" cy="85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234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EAE433-97A9-71C8-82CF-C0914517F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2021037"/>
            <a:ext cx="9697032" cy="1023611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i="0" dirty="0">
                <a:effectLst/>
                <a:latin typeface="arial" panose="020B0604020202020204" pitchFamily="34" charset="0"/>
              </a:rPr>
              <a:t>Snake game is one of the most popular arcade games of all time. </a:t>
            </a:r>
          </a:p>
          <a:p>
            <a:endParaRPr lang="en-US" sz="1400" b="1" i="0" dirty="0">
              <a:effectLst/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i="0" dirty="0">
                <a:effectLst/>
                <a:latin typeface="arial" panose="020B0604020202020204" pitchFamily="34" charset="0"/>
              </a:rPr>
              <a:t>In this game, the main objective of the player is to catch the maximum number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i="0" dirty="0">
                <a:effectLst/>
                <a:latin typeface="arial" panose="020B0604020202020204" pitchFamily="34" charset="0"/>
              </a:rPr>
              <a:t>of fruits without hitting the wall or itself.</a:t>
            </a:r>
            <a:endParaRPr lang="en-IN" sz="14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B447B9-5E44-71EF-E19C-5CAE496C9A4E}"/>
              </a:ext>
            </a:extLst>
          </p:cNvPr>
          <p:cNvSpPr/>
          <p:nvPr/>
        </p:nvSpPr>
        <p:spPr>
          <a:xfrm>
            <a:off x="300624" y="6363222"/>
            <a:ext cx="2768253" cy="36325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25000"/>
                  </a:schemeClr>
                </a:solidFill>
              </a:rPr>
              <a:t>Snake Pygame using Python</a:t>
            </a:r>
            <a:endParaRPr lang="en-IN" sz="1400" b="1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485EF3-15F2-72E8-65AA-1CEFB198D0C7}"/>
              </a:ext>
            </a:extLst>
          </p:cNvPr>
          <p:cNvSpPr/>
          <p:nvPr/>
        </p:nvSpPr>
        <p:spPr>
          <a:xfrm>
            <a:off x="10761745" y="5987131"/>
            <a:ext cx="1352811" cy="588724"/>
          </a:xfrm>
          <a:prstGeom prst="round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perspectiveHeroicExtremeLeftFacing"/>
            <a:lightRig rig="threePt" dir="t"/>
          </a:scene3d>
          <a:sp3d>
            <a:bevelT w="508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BC9865A-1587-1EE5-1BC0-D2DFE0819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9113" y="225167"/>
            <a:ext cx="7964466" cy="1023611"/>
          </a:xfrm>
        </p:spPr>
        <p:txBody>
          <a:bodyPr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cap="none" dirty="0">
                <a:ln/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0000" endA="300" endPos="50000" dist="60007" dir="5400000" sy="-100000" algn="bl" rotWithShape="0"/>
                </a:effectLst>
              </a:rPr>
              <a:t>Snake Pygame</a:t>
            </a:r>
            <a:endParaRPr lang="en-IN" b="1" cap="none" dirty="0">
              <a:ln/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0000" endA="300" endPos="50000" dist="60007" dir="5400000" sy="-100000" algn="bl" rotWithShape="0"/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44BB32-8830-0F24-8416-3759D7E42B16}"/>
              </a:ext>
            </a:extLst>
          </p:cNvPr>
          <p:cNvSpPr txBox="1"/>
          <p:nvPr/>
        </p:nvSpPr>
        <p:spPr>
          <a:xfrm>
            <a:off x="1828800" y="3594192"/>
            <a:ext cx="9269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i="0" dirty="0">
                <a:effectLst/>
                <a:latin typeface="urw-din"/>
              </a:rPr>
              <a:t>We are use </a:t>
            </a:r>
            <a:r>
              <a:rPr lang="en-US" i="0" u="sng" dirty="0">
                <a:effectLst/>
                <a:latin typeface="urw-di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Pygame</a:t>
            </a:r>
            <a:r>
              <a:rPr lang="en-US" i="0" dirty="0">
                <a:effectLst/>
                <a:latin typeface="urw-din"/>
              </a:rPr>
              <a:t> to create this snake game. Pygame is an open-source library that is designed for making video games. It has inbuilt graphics and sounds libraries.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2735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09DA59-32C9-0A89-3F8A-025D6FD8F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0657" y="1469884"/>
            <a:ext cx="9448800" cy="685800"/>
          </a:xfrm>
        </p:spPr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Steps to create Snake Pygame :</a:t>
            </a:r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06DE4D-8416-0055-FBEF-FEBD3BCA5F5A}"/>
              </a:ext>
            </a:extLst>
          </p:cNvPr>
          <p:cNvSpPr/>
          <p:nvPr/>
        </p:nvSpPr>
        <p:spPr>
          <a:xfrm>
            <a:off x="300624" y="6363222"/>
            <a:ext cx="2768253" cy="36325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25000"/>
                  </a:schemeClr>
                </a:solidFill>
              </a:rPr>
              <a:t>Snake Pygame using Python</a:t>
            </a:r>
            <a:endParaRPr lang="en-IN" sz="1400" b="1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7289AA-7EBA-AA52-276E-56197EF84E31}"/>
              </a:ext>
            </a:extLst>
          </p:cNvPr>
          <p:cNvSpPr/>
          <p:nvPr/>
        </p:nvSpPr>
        <p:spPr>
          <a:xfrm>
            <a:off x="10761745" y="5987131"/>
            <a:ext cx="1352811" cy="588724"/>
          </a:xfrm>
          <a:prstGeom prst="round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perspectiveHeroicExtremeLeftFacing"/>
            <a:lightRig rig="threePt" dir="t"/>
          </a:scene3d>
          <a:sp3d>
            <a:bevelT w="508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4AAAD2-9C39-1E68-CD59-FCB3F13CA13D}"/>
              </a:ext>
            </a:extLst>
          </p:cNvPr>
          <p:cNvSpPr/>
          <p:nvPr/>
        </p:nvSpPr>
        <p:spPr>
          <a:xfrm>
            <a:off x="3192143" y="250207"/>
            <a:ext cx="52565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Snake Pygame</a:t>
            </a:r>
            <a:endParaRPr lang="en-IN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D4F26A-FFAA-B4F8-11BC-DE2D68A922C2}"/>
              </a:ext>
            </a:extLst>
          </p:cNvPr>
          <p:cNvSpPr txBox="1"/>
          <p:nvPr/>
        </p:nvSpPr>
        <p:spPr>
          <a:xfrm>
            <a:off x="1310657" y="1974336"/>
            <a:ext cx="4484318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Installing Pygame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the Screen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the Snake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Moving the snake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Game over when the snake hits the boundaries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Adding the food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Increasing the length a screen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Displaying the Score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8311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E966031-A2FB-6936-5FFE-EF8177008488}"/>
              </a:ext>
            </a:extLst>
          </p:cNvPr>
          <p:cNvSpPr/>
          <p:nvPr/>
        </p:nvSpPr>
        <p:spPr>
          <a:xfrm>
            <a:off x="300624" y="6363222"/>
            <a:ext cx="2768253" cy="36325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25000"/>
                  </a:schemeClr>
                </a:solidFill>
              </a:rPr>
              <a:t>Snake Pygame using Python</a:t>
            </a:r>
            <a:endParaRPr lang="en-IN" sz="1400" b="1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7E14E0-E70F-F11C-A8B7-0EDCF8A012EF}"/>
              </a:ext>
            </a:extLst>
          </p:cNvPr>
          <p:cNvSpPr/>
          <p:nvPr/>
        </p:nvSpPr>
        <p:spPr>
          <a:xfrm>
            <a:off x="10761745" y="5987131"/>
            <a:ext cx="1352811" cy="588724"/>
          </a:xfrm>
          <a:prstGeom prst="round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perspectiveHeroicExtremeLeftFacing"/>
            <a:lightRig rig="threePt" dir="t"/>
          </a:scene3d>
          <a:sp3d>
            <a:bevelT w="508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</a:t>
            </a:r>
            <a:endParaRPr lang="en-IN" sz="24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How to Install Pygame on Windows ? - GeeksforGeeks">
            <a:extLst>
              <a:ext uri="{FF2B5EF4-FFF2-40B4-BE49-F238E27FC236}">
                <a16:creationId xmlns:a16="http://schemas.microsoft.com/office/drawing/2014/main" id="{FC68CADA-024D-E609-5EC9-4B1A10A2A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757" y="1966586"/>
            <a:ext cx="6131344" cy="3644226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5564ED-7785-0AAB-E031-D6EC5C8B82AD}"/>
              </a:ext>
            </a:extLst>
          </p:cNvPr>
          <p:cNvSpPr txBox="1"/>
          <p:nvPr/>
        </p:nvSpPr>
        <p:spPr>
          <a:xfrm>
            <a:off x="1240076" y="1966586"/>
            <a:ext cx="2826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Installing Pygame</a:t>
            </a:r>
            <a:endParaRPr lang="en-IN" sz="2400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06C075-3B1F-4843-6694-E11F7E61AD5C}"/>
              </a:ext>
            </a:extLst>
          </p:cNvPr>
          <p:cNvSpPr txBox="1"/>
          <p:nvPr/>
        </p:nvSpPr>
        <p:spPr>
          <a:xfrm>
            <a:off x="977031" y="2910456"/>
            <a:ext cx="41836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chemeClr val="accent3">
                    <a:lumMod val="75000"/>
                  </a:schemeClr>
                </a:solidFill>
                <a:effectLst/>
                <a:latin typeface="urw-din"/>
              </a:rPr>
              <a:t>To install Pygame, open the command prompt and give the command -</a:t>
            </a:r>
          </a:p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urw-din"/>
              </a:rPr>
              <a:t>    [ Pip install pygame ]</a:t>
            </a:r>
            <a:endParaRPr lang="en-IN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1D94CC-2B21-3EB5-606C-68609863BD96}"/>
              </a:ext>
            </a:extLst>
          </p:cNvPr>
          <p:cNvSpPr/>
          <p:nvPr/>
        </p:nvSpPr>
        <p:spPr>
          <a:xfrm>
            <a:off x="3192143" y="250207"/>
            <a:ext cx="52565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Snake Pygame</a:t>
            </a:r>
            <a:endParaRPr lang="en-IN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64702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42FC07-786A-F116-BED7-0E260DFD4FA6}"/>
              </a:ext>
            </a:extLst>
          </p:cNvPr>
          <p:cNvSpPr/>
          <p:nvPr/>
        </p:nvSpPr>
        <p:spPr>
          <a:xfrm>
            <a:off x="10761745" y="5987131"/>
            <a:ext cx="1352811" cy="588724"/>
          </a:xfrm>
          <a:prstGeom prst="round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perspectiveHeroicExtremeLeftFacing"/>
            <a:lightRig rig="threePt" dir="t"/>
          </a:scene3d>
          <a:sp3d>
            <a:bevelT w="508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0B0760-7557-DC1E-316E-A5D5A7B77E57}"/>
              </a:ext>
            </a:extLst>
          </p:cNvPr>
          <p:cNvSpPr/>
          <p:nvPr/>
        </p:nvSpPr>
        <p:spPr>
          <a:xfrm>
            <a:off x="300624" y="6363222"/>
            <a:ext cx="2768253" cy="36325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25000"/>
                  </a:schemeClr>
                </a:solidFill>
              </a:rPr>
              <a:t>Snake Pygame using Python</a:t>
            </a:r>
            <a:endParaRPr lang="en-IN" sz="1400" b="1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2BC692-23D5-D873-46EE-1A6BC1B75F48}"/>
              </a:ext>
            </a:extLst>
          </p:cNvPr>
          <p:cNvSpPr/>
          <p:nvPr/>
        </p:nvSpPr>
        <p:spPr>
          <a:xfrm>
            <a:off x="3192143" y="250207"/>
            <a:ext cx="52565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Snake Pygame</a:t>
            </a:r>
            <a:endParaRPr lang="en-IN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D7030-4CB3-4384-7589-7774791ECCBF}"/>
              </a:ext>
            </a:extLst>
          </p:cNvPr>
          <p:cNvSpPr txBox="1"/>
          <p:nvPr/>
        </p:nvSpPr>
        <p:spPr>
          <a:xfrm>
            <a:off x="8192023" y="1279357"/>
            <a:ext cx="18473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625D55-86BE-BA03-820D-F8F3FAE3F9B1}"/>
              </a:ext>
            </a:extLst>
          </p:cNvPr>
          <p:cNvSpPr txBox="1"/>
          <p:nvPr/>
        </p:nvSpPr>
        <p:spPr>
          <a:xfrm>
            <a:off x="4400806" y="1306111"/>
            <a:ext cx="18473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B2425D-C5DB-72B6-B83D-7C6EC61F7E9C}"/>
              </a:ext>
            </a:extLst>
          </p:cNvPr>
          <p:cNvSpPr txBox="1"/>
          <p:nvPr/>
        </p:nvSpPr>
        <p:spPr>
          <a:xfrm>
            <a:off x="1901962" y="1393697"/>
            <a:ext cx="46217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and functions use in this project</a:t>
            </a:r>
          </a:p>
          <a:p>
            <a:endParaRPr lang="en-IN" dirty="0"/>
          </a:p>
        </p:txBody>
      </p:sp>
      <p:pic>
        <p:nvPicPr>
          <p:cNvPr id="11" name="Picture 10" descr="Table&#10;&#10;Description automatically generated">
            <a:extLst>
              <a:ext uri="{FF2B5EF4-FFF2-40B4-BE49-F238E27FC236}">
                <a16:creationId xmlns:a16="http://schemas.microsoft.com/office/drawing/2014/main" id="{CEB6F6FC-D50D-CCD5-EC80-E7F8A4895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187" y="1907146"/>
            <a:ext cx="6087815" cy="3958298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E1B3F9-B36E-A2C9-355D-58409B96E529}"/>
              </a:ext>
            </a:extLst>
          </p:cNvPr>
          <p:cNvSpPr txBox="1"/>
          <p:nvPr/>
        </p:nvSpPr>
        <p:spPr>
          <a:xfrm>
            <a:off x="1252602" y="2551837"/>
            <a:ext cx="33329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Pygame :</a:t>
            </a:r>
          </a:p>
          <a:p>
            <a:endParaRPr lang="en-US" dirty="0"/>
          </a:p>
          <a:p>
            <a:r>
              <a:rPr lang="en-US" b="1" i="0" dirty="0">
                <a:effectLst/>
                <a:latin typeface="arial" panose="020B0604020202020204" pitchFamily="34" charset="0"/>
              </a:rPr>
              <a:t>It is a python programming language library for making multimedia applications like games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429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96CE3C-005B-E088-B9CE-B4D6477E23D7}"/>
              </a:ext>
            </a:extLst>
          </p:cNvPr>
          <p:cNvSpPr/>
          <p:nvPr/>
        </p:nvSpPr>
        <p:spPr>
          <a:xfrm>
            <a:off x="10839189" y="5837448"/>
            <a:ext cx="1352811" cy="588724"/>
          </a:xfrm>
          <a:prstGeom prst="round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perspectiveHeroicExtremeLeftFacing"/>
            <a:lightRig rig="threePt" dir="t"/>
          </a:scene3d>
          <a:sp3d>
            <a:bevelT w="508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tx1"/>
              </a:solidFill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7</a:t>
            </a:r>
          </a:p>
          <a:p>
            <a:pPr algn="ctr"/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AC5CF6D-BE64-73A7-8156-C45BFEA25156}"/>
              </a:ext>
            </a:extLst>
          </p:cNvPr>
          <p:cNvSpPr/>
          <p:nvPr/>
        </p:nvSpPr>
        <p:spPr>
          <a:xfrm>
            <a:off x="300624" y="6363222"/>
            <a:ext cx="2768253" cy="36325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25000"/>
                  </a:schemeClr>
                </a:solidFill>
              </a:rPr>
              <a:t>Snake Pygame using Python</a:t>
            </a:r>
            <a:endParaRPr lang="en-IN" sz="1400" b="1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FDADDB-8322-160E-D898-93DFB00980EC}"/>
              </a:ext>
            </a:extLst>
          </p:cNvPr>
          <p:cNvSpPr/>
          <p:nvPr/>
        </p:nvSpPr>
        <p:spPr>
          <a:xfrm>
            <a:off x="300624" y="131526"/>
            <a:ext cx="2680571" cy="1200329"/>
          </a:xfrm>
          <a:prstGeom prst="rect">
            <a:avLst/>
          </a:prstGeom>
          <a:solidFill>
            <a:srgbClr val="FFFF00"/>
          </a:solidFill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600" b="1" cap="none" spc="0" dirty="0">
                <a:ln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Code</a:t>
            </a:r>
          </a:p>
        </p:txBody>
      </p:sp>
      <p:pic>
        <p:nvPicPr>
          <p:cNvPr id="8" name="Picture 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25BE4826-8404-9714-E097-B6F33160E1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60" t="4089" r="39433" b="3770"/>
          <a:stretch/>
        </p:blipFill>
        <p:spPr>
          <a:xfrm>
            <a:off x="1594983" y="400598"/>
            <a:ext cx="9254444" cy="5436850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515322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BAAA185-4C2E-8A5D-9805-991C66446FD6}"/>
              </a:ext>
            </a:extLst>
          </p:cNvPr>
          <p:cNvSpPr/>
          <p:nvPr/>
        </p:nvSpPr>
        <p:spPr>
          <a:xfrm>
            <a:off x="10761745" y="5987131"/>
            <a:ext cx="1352811" cy="588724"/>
          </a:xfrm>
          <a:prstGeom prst="round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perspectiveHeroicExtremeLeftFacing"/>
            <a:lightRig rig="threePt" dir="t"/>
          </a:scene3d>
          <a:sp3d>
            <a:bevelT w="508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45E12E-E3F7-9F1F-1C8E-DF80C0E6983B}"/>
              </a:ext>
            </a:extLst>
          </p:cNvPr>
          <p:cNvSpPr/>
          <p:nvPr/>
        </p:nvSpPr>
        <p:spPr>
          <a:xfrm>
            <a:off x="300624" y="6363222"/>
            <a:ext cx="2768253" cy="36325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25000"/>
                  </a:schemeClr>
                </a:solidFill>
              </a:rPr>
              <a:t>Snake Pygame using Python</a:t>
            </a:r>
            <a:endParaRPr lang="en-IN" sz="1400" b="1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365AE7-EA00-A15F-FB41-6B0BBACAD3C8}"/>
              </a:ext>
            </a:extLst>
          </p:cNvPr>
          <p:cNvSpPr/>
          <p:nvPr/>
        </p:nvSpPr>
        <p:spPr>
          <a:xfrm>
            <a:off x="3192143" y="250207"/>
            <a:ext cx="52565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Snake Pygame</a:t>
            </a:r>
            <a:endParaRPr lang="en-IN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pic>
        <p:nvPicPr>
          <p:cNvPr id="8" name="Picture 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C137739F-1B5F-3197-4823-EE6D465751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82" r="41335"/>
          <a:stretch/>
        </p:blipFill>
        <p:spPr>
          <a:xfrm>
            <a:off x="3192143" y="128921"/>
            <a:ext cx="7152362" cy="6478872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551183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C0848E-3074-9B66-48DB-BCE47F5B3B57}"/>
              </a:ext>
            </a:extLst>
          </p:cNvPr>
          <p:cNvSpPr/>
          <p:nvPr/>
        </p:nvSpPr>
        <p:spPr>
          <a:xfrm>
            <a:off x="10761745" y="5987131"/>
            <a:ext cx="1352811" cy="588724"/>
          </a:xfrm>
          <a:prstGeom prst="round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perspectiveHeroicExtremeLeftFacing"/>
            <a:lightRig rig="threePt" dir="t"/>
          </a:scene3d>
          <a:sp3d>
            <a:bevelT w="508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9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F31C0C-7337-F6BE-9002-A546A50A0640}"/>
              </a:ext>
            </a:extLst>
          </p:cNvPr>
          <p:cNvSpPr/>
          <p:nvPr/>
        </p:nvSpPr>
        <p:spPr>
          <a:xfrm>
            <a:off x="300624" y="6363222"/>
            <a:ext cx="2768253" cy="36325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25000"/>
                  </a:schemeClr>
                </a:solidFill>
              </a:rPr>
              <a:t>Snake Pygame using Python</a:t>
            </a:r>
            <a:endParaRPr lang="en-IN" sz="1400" b="1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BEBC04-FD00-22E1-4117-5CDC27BF4F51}"/>
              </a:ext>
            </a:extLst>
          </p:cNvPr>
          <p:cNvSpPr/>
          <p:nvPr/>
        </p:nvSpPr>
        <p:spPr>
          <a:xfrm>
            <a:off x="3192143" y="250207"/>
            <a:ext cx="52565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Snake Pygame</a:t>
            </a:r>
            <a:endParaRPr lang="en-IN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pic>
        <p:nvPicPr>
          <p:cNvPr id="8" name="Picture 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FC3CD37C-6B11-019C-0867-D3D7DA5DFA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3698"/>
          <a:stretch/>
        </p:blipFill>
        <p:spPr>
          <a:xfrm>
            <a:off x="3342456" y="169101"/>
            <a:ext cx="6864263" cy="6519797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026251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ACF72F-34DF-D4D0-2B50-C4D9626B3E3B}"/>
              </a:ext>
            </a:extLst>
          </p:cNvPr>
          <p:cNvSpPr/>
          <p:nvPr/>
        </p:nvSpPr>
        <p:spPr>
          <a:xfrm>
            <a:off x="10761745" y="5987131"/>
            <a:ext cx="1352811" cy="588724"/>
          </a:xfrm>
          <a:prstGeom prst="round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perspectiveHeroicExtremeLeftFacing"/>
            <a:lightRig rig="threePt" dir="t"/>
          </a:scene3d>
          <a:sp3d>
            <a:bevelT w="508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10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380045-39FB-6443-5519-FBCCE720CAE2}"/>
              </a:ext>
            </a:extLst>
          </p:cNvPr>
          <p:cNvSpPr/>
          <p:nvPr/>
        </p:nvSpPr>
        <p:spPr>
          <a:xfrm>
            <a:off x="300624" y="6363222"/>
            <a:ext cx="2768253" cy="36325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25000"/>
                  </a:schemeClr>
                </a:solidFill>
              </a:rPr>
              <a:t>Snake Pygame using Python</a:t>
            </a:r>
            <a:endParaRPr lang="en-IN" sz="1400" b="1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F59CC5-8AA6-028D-E19C-E32E05612878}"/>
              </a:ext>
            </a:extLst>
          </p:cNvPr>
          <p:cNvSpPr/>
          <p:nvPr/>
        </p:nvSpPr>
        <p:spPr>
          <a:xfrm>
            <a:off x="3192143" y="250207"/>
            <a:ext cx="52565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Snake Pygame</a:t>
            </a:r>
            <a:endParaRPr lang="en-IN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pic>
        <p:nvPicPr>
          <p:cNvPr id="8" name="Picture 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7EB24C2-A16B-BF65-058C-960537999A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342"/>
          <a:stretch/>
        </p:blipFill>
        <p:spPr>
          <a:xfrm>
            <a:off x="3315221" y="125103"/>
            <a:ext cx="6663847" cy="6607793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648808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, PowerPoint&#10;&#10;Description automatically generated">
            <a:extLst>
              <a:ext uri="{FF2B5EF4-FFF2-40B4-BE49-F238E27FC236}">
                <a16:creationId xmlns:a16="http://schemas.microsoft.com/office/drawing/2014/main" id="{01064F75-3F72-F50E-EBC1-4B2B3A9EC9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363"/>
          <a:stretch/>
        </p:blipFill>
        <p:spPr>
          <a:xfrm>
            <a:off x="2257816" y="364928"/>
            <a:ext cx="7676367" cy="5941669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F451BE-5004-5047-C5E6-3AE262BE5322}"/>
              </a:ext>
            </a:extLst>
          </p:cNvPr>
          <p:cNvSpPr txBox="1"/>
          <p:nvPr/>
        </p:nvSpPr>
        <p:spPr>
          <a:xfrm>
            <a:off x="375781" y="939452"/>
            <a:ext cx="1269899" cy="461665"/>
          </a:xfrm>
          <a:prstGeom prst="rect">
            <a:avLst/>
          </a:prstGeom>
          <a:noFill/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B86D94-F317-FB11-F384-037F65E4F1B3}"/>
              </a:ext>
            </a:extLst>
          </p:cNvPr>
          <p:cNvSpPr/>
          <p:nvPr/>
        </p:nvSpPr>
        <p:spPr>
          <a:xfrm>
            <a:off x="10761745" y="5987131"/>
            <a:ext cx="1352811" cy="588724"/>
          </a:xfrm>
          <a:prstGeom prst="round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perspectiveHeroicExtremeLeftFacing"/>
            <a:lightRig rig="threePt" dir="t"/>
          </a:scene3d>
          <a:sp3d>
            <a:bevelT w="508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11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511021-A879-1633-68A4-6FE16D30228F}"/>
              </a:ext>
            </a:extLst>
          </p:cNvPr>
          <p:cNvSpPr/>
          <p:nvPr/>
        </p:nvSpPr>
        <p:spPr>
          <a:xfrm>
            <a:off x="300624" y="6363222"/>
            <a:ext cx="2768253" cy="36325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25000"/>
                  </a:schemeClr>
                </a:solidFill>
              </a:rPr>
              <a:t>Snake Pygame using Python</a:t>
            </a:r>
            <a:endParaRPr lang="en-IN" sz="1400" b="1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507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FCC3D881-5943-9658-6CA9-11E7EC2C70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61"/>
          <a:stretch/>
        </p:blipFill>
        <p:spPr>
          <a:xfrm>
            <a:off x="2880986" y="517535"/>
            <a:ext cx="7916667" cy="5822930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2B574F-C666-46CE-DD82-98A2158A6205}"/>
              </a:ext>
            </a:extLst>
          </p:cNvPr>
          <p:cNvSpPr/>
          <p:nvPr/>
        </p:nvSpPr>
        <p:spPr>
          <a:xfrm>
            <a:off x="10761745" y="5987131"/>
            <a:ext cx="1352811" cy="588724"/>
          </a:xfrm>
          <a:prstGeom prst="round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perspectiveHeroicExtremeLeftFacing"/>
            <a:lightRig rig="threePt" dir="t"/>
          </a:scene3d>
          <a:sp3d>
            <a:bevelT w="508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AE877C-2D12-32D2-EB28-B706F8A0440C}"/>
              </a:ext>
            </a:extLst>
          </p:cNvPr>
          <p:cNvSpPr/>
          <p:nvPr/>
        </p:nvSpPr>
        <p:spPr>
          <a:xfrm>
            <a:off x="300624" y="6363222"/>
            <a:ext cx="2768253" cy="36325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25000"/>
                  </a:schemeClr>
                </a:solidFill>
              </a:rPr>
              <a:t>Snake Pygame using Python</a:t>
            </a:r>
            <a:endParaRPr lang="en-IN" sz="1400" b="1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976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1335D-DF81-48E3-954B-B876CA35C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3710" y="438411"/>
            <a:ext cx="9448800" cy="1123296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E035E1-7D5E-7F99-4F68-F12511111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9387" y="2141603"/>
            <a:ext cx="9448800" cy="215482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I have use some module and functions.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Creating a snake game we have have use pygame module here.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/>
              <a:t>After successful creating code we had see the output.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37E46E-A42B-0CB5-5604-3271A0FE12AA}"/>
              </a:ext>
            </a:extLst>
          </p:cNvPr>
          <p:cNvSpPr/>
          <p:nvPr/>
        </p:nvSpPr>
        <p:spPr>
          <a:xfrm>
            <a:off x="300624" y="6363222"/>
            <a:ext cx="2768253" cy="36325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25000"/>
                  </a:schemeClr>
                </a:solidFill>
              </a:rPr>
              <a:t>Snake Pygame using Python</a:t>
            </a:r>
            <a:endParaRPr lang="en-IN" sz="1400" b="1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E5E7F7-238E-FBCA-7A8D-6969EC1CBDF7}"/>
              </a:ext>
            </a:extLst>
          </p:cNvPr>
          <p:cNvSpPr/>
          <p:nvPr/>
        </p:nvSpPr>
        <p:spPr>
          <a:xfrm>
            <a:off x="10761745" y="5987131"/>
            <a:ext cx="1352811" cy="588724"/>
          </a:xfrm>
          <a:prstGeom prst="round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perspectiveHeroicExtremeLeftFacing"/>
            <a:lightRig rig="threePt" dir="t"/>
          </a:scene3d>
          <a:sp3d>
            <a:bevelT w="508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98851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1B92B-B0A2-1B15-812F-EB50EA190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770" y="1903613"/>
            <a:ext cx="9448800" cy="1825096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7D1BE9-9335-6F0F-45B6-DD4315CC6C1B}"/>
              </a:ext>
            </a:extLst>
          </p:cNvPr>
          <p:cNvSpPr/>
          <p:nvPr/>
        </p:nvSpPr>
        <p:spPr>
          <a:xfrm>
            <a:off x="300624" y="6363222"/>
            <a:ext cx="2768253" cy="36325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25000"/>
                  </a:schemeClr>
                </a:solidFill>
              </a:rPr>
              <a:t>Snake Pygame using Python</a:t>
            </a:r>
            <a:endParaRPr lang="en-IN" sz="1400" b="1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3ECEB3-470C-7B8A-875E-6E496D72ADAE}"/>
              </a:ext>
            </a:extLst>
          </p:cNvPr>
          <p:cNvSpPr/>
          <p:nvPr/>
        </p:nvSpPr>
        <p:spPr>
          <a:xfrm>
            <a:off x="10761745" y="5987131"/>
            <a:ext cx="1352811" cy="588724"/>
          </a:xfrm>
          <a:prstGeom prst="round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perspectiveHeroicExtremeLeftFacing"/>
            <a:lightRig rig="threePt" dir="t"/>
          </a:scene3d>
          <a:sp3d>
            <a:bevelT w="508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882845210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1859A30BB41045B658A0815F99830D" ma:contentTypeVersion="2" ma:contentTypeDescription="Create a new document." ma:contentTypeScope="" ma:versionID="e857f5de47aea4af1a4f5ad57d2a44af">
  <xsd:schema xmlns:xsd="http://www.w3.org/2001/XMLSchema" xmlns:xs="http://www.w3.org/2001/XMLSchema" xmlns:p="http://schemas.microsoft.com/office/2006/metadata/properties" xmlns:ns3="75a6cd3a-aa80-483e-9924-d8bc15284652" targetNamespace="http://schemas.microsoft.com/office/2006/metadata/properties" ma:root="true" ma:fieldsID="c42b6a28e329a44920ba5353a42f1921" ns3:_="">
    <xsd:import namespace="75a6cd3a-aa80-483e-9924-d8bc1528465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a6cd3a-aa80-483e-9924-d8bc152846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8B2124-27DA-4376-8D2B-8F8132899C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a6cd3a-aa80-483e-9924-d8bc152846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CB4374-B904-4E22-91B5-E01CE97E6720}">
  <ds:schemaRefs>
    <ds:schemaRef ds:uri="http://schemas.microsoft.com/office/infopath/2007/PartnerControls"/>
    <ds:schemaRef ds:uri="75a6cd3a-aa80-483e-9924-d8bc15284652"/>
    <ds:schemaRef ds:uri="http://purl.org/dc/terms/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1BBE7292-0AF6-43A8-A388-743FC4549A3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316</TotalTime>
  <Words>332</Words>
  <Application>Microsoft Office PowerPoint</Application>
  <PresentationFormat>Widescreen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</vt:lpstr>
      <vt:lpstr>Century Gothic</vt:lpstr>
      <vt:lpstr>urw-din</vt:lpstr>
      <vt:lpstr>Wingdings</vt:lpstr>
      <vt:lpstr>Vapor Trail</vt:lpstr>
      <vt:lpstr>Summer Training      Project</vt:lpstr>
      <vt:lpstr>Snake Pygame Using Python Programming</vt:lpstr>
      <vt:lpstr>Snake Pygame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</dc:creator>
  <cp:lastModifiedBy>Sonu</cp:lastModifiedBy>
  <cp:revision>3</cp:revision>
  <dcterms:created xsi:type="dcterms:W3CDTF">2022-10-08T08:01:25Z</dcterms:created>
  <dcterms:modified xsi:type="dcterms:W3CDTF">2023-03-04T04:06:45Z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0x010100ED1859A30BB41045B658A0815F99830D</vt:lpwstr>
  </property>
</Properties>
</file>